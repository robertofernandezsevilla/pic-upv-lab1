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3" d="100"/>
          <a:sy n="83" d="100"/>
        </p:scale>
        <p:origin x="1123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18/02/2026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18/02/2026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Cogeremos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20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1.5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real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reducimos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DE709C5-C821-64C7-A117-B2AF8C8D9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806" y="1575314"/>
            <a:ext cx="4379988" cy="3138554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CA50C33-FDA8-7D48-D49B-9C454D67A9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3795" y="1569783"/>
            <a:ext cx="4350017" cy="31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Conforme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sentido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core. En un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TE,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TM. Contra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comienza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TE, y al final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TM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punto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BC0061E-9441-FD19-70EC-11358BAD05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777" y="1549823"/>
            <a:ext cx="5432446" cy="316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2027</TotalTime>
  <Words>446</Words>
  <Application>Microsoft Office PowerPoint</Application>
  <PresentationFormat>Panorámica</PresentationFormat>
  <Paragraphs>74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10</cp:revision>
  <dcterms:created xsi:type="dcterms:W3CDTF">2025-01-27T02:46:57Z</dcterms:created>
  <dcterms:modified xsi:type="dcterms:W3CDTF">2026-02-18T10:51:50Z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