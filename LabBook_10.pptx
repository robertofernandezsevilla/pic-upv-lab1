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7" r:id="rId6"/>
    <p:sldId id="293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856</TotalTime>
  <Words>446</Words>
  <Application>Microsoft Office PowerPoint</Application>
  <PresentationFormat>Panorámica</PresentationFormat>
  <Paragraphs>74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10</cp:revision>
  <dcterms:created xsi:type="dcterms:W3CDTF">2025-01-27T02:46:57Z</dcterms:created>
  <dcterms:modified xsi:type="dcterms:W3CDTF">2026-02-16T12:40:06Z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